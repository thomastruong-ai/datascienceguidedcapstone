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2A3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A2A35"/>
                </a:solidFill>
                <a:latin typeface="Arial"/>
              </a:rPr>
              <a:t>Test-set mean absolute error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Mean baseline</c:v>
                  </c:pt>
                  <c:pt idx="1">
                    <c:v>Linear regression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11.8</c:v>
                </c:pt>
                <c:pt idx="2">
                  <c:v>9.54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2A3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A2A35"/>
                </a:solidFill>
                <a:latin typeface="Arial"/>
              </a:rPr>
              <a:t>Current vs. model-supported ticket price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Adult weekend price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Current price</c:v>
                  </c:pt>
                  <c:pt idx="1">
                    <c:v>Model-supported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</c:v>
                </c:pt>
                <c:pt idx="1">
                  <c:v>95.87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Mountain Resort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Ticket Pricing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42416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CADCFC"/>
                </a:solidFill>
              </a:rPr>
              <a:t>❄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Pricing Without Evidence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adult weekend ticket, set by adding a premium to the local market average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80560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$1.54M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48056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annual operating cost from the recently installed chair lift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13816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per season, each buying about 5 day tickets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0424160" cy="210312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1605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needs answers to three questions: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$81 justified by what Big Mountain actually offers?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room is there to change the price?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facility investments or cuts best support revenue?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Key Findings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supports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$95.87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05840" y="3520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$81.00 today  •  a $14.87 gap, larger than the model's $10.39 MAE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480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raise the ticket in monitored steps toward ~$91, tracking visitation and season-pass renewals.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2F5F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490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justify a premium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8013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ranks near the top on the features that drive price: vertical drop, fast quads, runs, snow making.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624328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2F5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investment identified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00837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run, 150 ft of vertical, and a chair lift supports +$1.99/ticket, about $3.47M per season, exceeding the lift's $1.54M cost.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31336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2F5F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904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low-value spending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2153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snow making and lengthening the longest run add no supportable price.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5038344"/>
            <a:ext cx="5212080" cy="1078992"/>
          </a:xfrm>
          <a:prstGeom prst="roundRect">
            <a:avLst>
              <a:gd name="adj" fmla="val 8475"/>
            </a:avLst>
          </a:prstGeom>
          <a:solidFill>
            <a:srgbClr val="F2F5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5111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cost cuts exist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542239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runs can close with no penalty beyond that of closing 3.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Exploratory Analysis</a:t>
            </a:r>
            <a:endParaRPr lang="en-US" sz="3400" dirty="0"/>
          </a:p>
        </p:txBody>
      </p:sp>
      <p:pic>
        <p:nvPicPr>
          <p:cNvPr id="3" name="Image 0" descr="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5120640" cy="3877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 ticket price across 277 US resorts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09360" y="164592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resorts, 27 columns to start. Dropped fastEight (mostly missing) and the ~14% of rows with no price, leaving 277 resorts.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and weekend prices are nearly perfectly correlated, so AdultWeekend became the single target: more business-relevant, fewer missing values.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identity doesn't predict price. PCA of state summaries (2 components ≈ 77% of variance) showed no price clustering, so raw state labels were replaced with engineered ratios: resorts per capita, share of state skiable area, terrain parks, night skiing.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flagged for modeling: summit vs. base elevation; state-share ratios vs. resorts per state.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train/test split. Big Mountain held out entirely for scenario analysis.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2880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828800"/>
            <a:ext cx="4754880" cy="1225296"/>
          </a:xfrm>
          <a:prstGeom prst="roundRect">
            <a:avLst>
              <a:gd name="adj" fmla="val 7463"/>
            </a:avLst>
          </a:prstGeom>
          <a:solidFill>
            <a:srgbClr val="F2F5FC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(mean price)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95160" y="22311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≈ $19. The bar to beat.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0" y="3200400"/>
            <a:ext cx="4754880" cy="1225296"/>
          </a:xfrm>
          <a:prstGeom prst="roundRect">
            <a:avLst>
              <a:gd name="adj" fmla="val 7463"/>
            </a:avLst>
          </a:prstGeom>
          <a:solidFill>
            <a:srgbClr val="F2F5FC"/>
          </a:solidFill>
          <a:ln/>
        </p:spPr>
      </p:sp>
      <p:sp>
        <p:nvSpPr>
          <p:cNvPr id="9" name="Text 6"/>
          <p:cNvSpPr/>
          <p:nvPr/>
        </p:nvSpPr>
        <p:spPr>
          <a:xfrm>
            <a:off x="6995160" y="3273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95160" y="36027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k=8. CV MAE $10.50 (±1.62), test $11.80. Top drivers: vertical drop, snow making.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66560" y="4572000"/>
            <a:ext cx="4754880" cy="1225296"/>
          </a:xfrm>
          <a:prstGeom prst="roundRect">
            <a:avLst>
              <a:gd name="adj" fmla="val 7463"/>
            </a:avLst>
          </a:prstGeom>
          <a:solidFill>
            <a:srgbClr val="F2F5FC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4645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✓ selected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497433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tuned. CV MAE $9.64 (±1.35), test $9.54. Lower, more stable error. Top features: fastQuads, Runs, Snow Making, vertical drop.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66560" y="5989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plateaus at current sample size; more data collection is not a priority.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Would Support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73736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309360" y="182880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refit on all resorts except Big Mountain, then asked to price Big Mountain's facilities.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price: $95.87. That's $14.87 above today's $81.00, a gap larger than the model's $10.39 MAE, so it is unlikely to be noise.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 Historic pricing benchmarked only nearby competitors. Nationally, resorts with Big Mountain's vertical drop, lift stock, and snow-making coverage charge more.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path: step toward ~$91 first, monitor visitation and pass renewals, then continue toward the modeled range.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Analysis: Where to Invest, Where to Cut</a:t>
            </a:r>
            <a:endParaRPr lang="en-US" sz="3200" dirty="0"/>
          </a:p>
        </p:txBody>
      </p:sp>
      <p:pic>
        <p:nvPicPr>
          <p:cNvPr id="3" name="Image 0" descr="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0" cy="2962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4–5 runs costs no more than closing 3; deeper cuts get expensive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75120" y="164592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2F5FC"/>
          </a:solidFill>
          <a:ln/>
        </p:spPr>
      </p:sp>
      <p:sp>
        <p:nvSpPr>
          <p:cNvPr id="6" name="Text 3"/>
          <p:cNvSpPr/>
          <p:nvPr/>
        </p:nvSpPr>
        <p:spPr>
          <a:xfrm>
            <a:off x="6903720" y="1709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up to 4 runs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20299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cost cut: no penalty beyond the 3-run level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75120" y="274320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2F5FC"/>
          </a:solidFill>
          <a:ln/>
        </p:spPr>
      </p:sp>
      <p:sp>
        <p:nvSpPr>
          <p:cNvPr id="9" name="Text 6"/>
          <p:cNvSpPr/>
          <p:nvPr/>
        </p:nvSpPr>
        <p:spPr>
          <a:xfrm>
            <a:off x="6903720" y="2807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run + 150 ft vertical + chair lift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03720" y="3127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+$1.99/ticket ≈ $3.47M per season, covers the lift's $1.54M cost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75120" y="384048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2F5FC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3904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plus 2 acres snow making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03720" y="4224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result. Extra snow making adds nothing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75120" y="49377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2F5FC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5001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run +0.2 mi, +4 acres snow making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03720" y="5321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price impact. Skip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is underpriced relative to its facilities.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2219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19456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weekend ticket in monitored increments toward the modeled range (start near $91).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99923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97180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the run + vertical drop + chair lift expansion; it pays for itself.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764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7490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the extra snow-making and longest-run investments.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5537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5262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cutting costs, pilot 1–2 low-traffic run closures before going further.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add operating-cost data to judge profit rather than revenue; package the model as a self-serve dashboard for analysts, retrained annually, with MAE shown beside every prediction.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2026-07-13T02:29:28Z</dcterms:created>
  <dcterms:modified xsi:type="dcterms:W3CDTF">2026-07-13T02:29:28Z</dcterms:modified>
</cp:coreProperties>
</file>